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50" y="1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0D196A-59C3-4287-A7F7-367A5BCE58DD}" type="doc">
      <dgm:prSet loTypeId="urn:microsoft.com/office/officeart/2005/8/layout/chevron2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D1444159-E301-4BE1-BE32-8E4B00007764}">
      <dgm:prSet/>
      <dgm:spPr/>
      <dgm:t>
        <a:bodyPr/>
        <a:lstStyle/>
        <a:p>
          <a:r>
            <a:rPr lang="en-CA" dirty="0"/>
            <a:t>Create Working Directory</a:t>
          </a:r>
        </a:p>
      </dgm:t>
    </dgm:pt>
    <dgm:pt modelId="{18F02C08-78AD-4A95-9FE2-E2CB641A1B39}" type="parTrans" cxnId="{59DF9A62-64FD-4CFA-AE0E-45B7564C13C3}">
      <dgm:prSet/>
      <dgm:spPr/>
      <dgm:t>
        <a:bodyPr/>
        <a:lstStyle/>
        <a:p>
          <a:endParaRPr lang="en-CA"/>
        </a:p>
      </dgm:t>
    </dgm:pt>
    <dgm:pt modelId="{BEB63B63-DE27-43CD-9EB2-90EAE049E3EA}" type="sibTrans" cxnId="{59DF9A62-64FD-4CFA-AE0E-45B7564C13C3}">
      <dgm:prSet/>
      <dgm:spPr/>
      <dgm:t>
        <a:bodyPr/>
        <a:lstStyle/>
        <a:p>
          <a:endParaRPr lang="en-CA"/>
        </a:p>
      </dgm:t>
    </dgm:pt>
    <dgm:pt modelId="{5F45D39B-D5CC-4347-83F8-96AB50E964A0}">
      <dgm:prSet phldrT="[Text]" phldr="0"/>
      <dgm:spPr/>
      <dgm:t>
        <a:bodyPr/>
        <a:lstStyle/>
        <a:p>
          <a:r>
            <a:rPr lang="en-CA" dirty="0"/>
            <a:t>Parameterized Structure Build</a:t>
          </a:r>
        </a:p>
      </dgm:t>
    </dgm:pt>
    <dgm:pt modelId="{9CEA0166-2C49-4959-AF61-CE82F4766114}" type="parTrans" cxnId="{DEE2EE76-7A0A-4FAE-A023-E5F38447CDD1}">
      <dgm:prSet/>
      <dgm:spPr/>
      <dgm:t>
        <a:bodyPr/>
        <a:lstStyle/>
        <a:p>
          <a:endParaRPr lang="en-CA"/>
        </a:p>
      </dgm:t>
    </dgm:pt>
    <dgm:pt modelId="{C6175892-4044-447E-91B0-38C46766AB7D}" type="sibTrans" cxnId="{DEE2EE76-7A0A-4FAE-A023-E5F38447CDD1}">
      <dgm:prSet/>
      <dgm:spPr/>
      <dgm:t>
        <a:bodyPr/>
        <a:lstStyle/>
        <a:p>
          <a:endParaRPr lang="en-CA"/>
        </a:p>
      </dgm:t>
    </dgm:pt>
    <dgm:pt modelId="{6FE08866-35DB-4C93-A0C9-AB66A101B755}">
      <dgm:prSet phldrT="[Text]" phldr="0"/>
      <dgm:spPr/>
      <dgm:t>
        <a:bodyPr/>
        <a:lstStyle/>
        <a:p>
          <a:r>
            <a:rPr lang="en-CA" dirty="0" err="1"/>
            <a:t>openFOAM</a:t>
          </a:r>
          <a:endParaRPr lang="en-CA" dirty="0"/>
        </a:p>
      </dgm:t>
    </dgm:pt>
    <dgm:pt modelId="{F97B8DA0-C21E-40B4-9264-5702B6A20252}" type="parTrans" cxnId="{A8464138-F1FC-48C8-9604-0D23CDB09F4F}">
      <dgm:prSet/>
      <dgm:spPr/>
      <dgm:t>
        <a:bodyPr/>
        <a:lstStyle/>
        <a:p>
          <a:endParaRPr lang="en-CA"/>
        </a:p>
      </dgm:t>
    </dgm:pt>
    <dgm:pt modelId="{9F7E169C-0695-4B01-A7F1-D5EC07BA341C}" type="sibTrans" cxnId="{A8464138-F1FC-48C8-9604-0D23CDB09F4F}">
      <dgm:prSet/>
      <dgm:spPr/>
      <dgm:t>
        <a:bodyPr/>
        <a:lstStyle/>
        <a:p>
          <a:endParaRPr lang="en-CA"/>
        </a:p>
      </dgm:t>
    </dgm:pt>
    <dgm:pt modelId="{39825188-188F-46C9-AE5C-12380439461C}">
      <dgm:prSet phldrT="[Text]" phldr="0"/>
      <dgm:spPr/>
      <dgm:t>
        <a:bodyPr/>
        <a:lstStyle/>
        <a:p>
          <a:r>
            <a:rPr lang="en-CA" dirty="0"/>
            <a:t>Post-</a:t>
          </a:r>
          <a:r>
            <a:rPr lang="en-CA" dirty="0" err="1"/>
            <a:t>Proccessing</a:t>
          </a:r>
          <a:endParaRPr lang="en-CA" dirty="0"/>
        </a:p>
      </dgm:t>
    </dgm:pt>
    <dgm:pt modelId="{D2C88090-DA6E-4D24-903F-D0A8F5CBD263}" type="parTrans" cxnId="{0A590223-5E01-48AF-AFC0-72A5CBFC748D}">
      <dgm:prSet/>
      <dgm:spPr/>
      <dgm:t>
        <a:bodyPr/>
        <a:lstStyle/>
        <a:p>
          <a:endParaRPr lang="en-CA"/>
        </a:p>
      </dgm:t>
    </dgm:pt>
    <dgm:pt modelId="{261888F9-A82E-4A0A-A630-2E880B2E9D20}" type="sibTrans" cxnId="{0A590223-5E01-48AF-AFC0-72A5CBFC748D}">
      <dgm:prSet/>
      <dgm:spPr/>
      <dgm:t>
        <a:bodyPr/>
        <a:lstStyle/>
        <a:p>
          <a:endParaRPr lang="en-CA"/>
        </a:p>
      </dgm:t>
    </dgm:pt>
    <dgm:pt modelId="{13BCDA07-1444-4CAE-A832-C9FEA8140278}">
      <dgm:prSet phldrT="[Text]"/>
      <dgm:spPr/>
      <dgm:t>
        <a:bodyPr/>
        <a:lstStyle/>
        <a:p>
          <a:r>
            <a:rPr lang="en-CA" dirty="0"/>
            <a:t>Make Directory</a:t>
          </a:r>
        </a:p>
      </dgm:t>
    </dgm:pt>
    <dgm:pt modelId="{63E7D7E6-ED05-4C3F-8552-B36451BC228D}" type="parTrans" cxnId="{A7B19840-709C-4396-B332-655D81146D24}">
      <dgm:prSet/>
      <dgm:spPr/>
      <dgm:t>
        <a:bodyPr/>
        <a:lstStyle/>
        <a:p>
          <a:endParaRPr lang="en-CA"/>
        </a:p>
      </dgm:t>
    </dgm:pt>
    <dgm:pt modelId="{3F0C4771-FD40-4AF5-9010-C9ECA9B59039}" type="sibTrans" cxnId="{A7B19840-709C-4396-B332-655D81146D24}">
      <dgm:prSet/>
      <dgm:spPr/>
      <dgm:t>
        <a:bodyPr/>
        <a:lstStyle/>
        <a:p>
          <a:endParaRPr lang="en-CA"/>
        </a:p>
      </dgm:t>
    </dgm:pt>
    <dgm:pt modelId="{7BB33C1E-AEBE-46CE-99E0-83CFBB20FC7D}">
      <dgm:prSet phldrT="[Text]"/>
      <dgm:spPr/>
      <dgm:t>
        <a:bodyPr/>
        <a:lstStyle/>
        <a:p>
          <a:r>
            <a:rPr lang="en-CA" dirty="0"/>
            <a:t>Write EDF</a:t>
          </a:r>
        </a:p>
      </dgm:t>
    </dgm:pt>
    <dgm:pt modelId="{3C05E3CA-8A2F-46CE-BF29-BA1E4D47DA27}" type="parTrans" cxnId="{640A65E2-BB4A-4EF1-88D2-C91190E8590C}">
      <dgm:prSet/>
      <dgm:spPr/>
      <dgm:t>
        <a:bodyPr/>
        <a:lstStyle/>
        <a:p>
          <a:endParaRPr lang="en-CA"/>
        </a:p>
      </dgm:t>
    </dgm:pt>
    <dgm:pt modelId="{F8B695B6-8240-4F57-A76F-465FF4190DC7}" type="sibTrans" cxnId="{640A65E2-BB4A-4EF1-88D2-C91190E8590C}">
      <dgm:prSet/>
      <dgm:spPr/>
      <dgm:t>
        <a:bodyPr/>
        <a:lstStyle/>
        <a:p>
          <a:endParaRPr lang="en-CA"/>
        </a:p>
      </dgm:t>
    </dgm:pt>
    <dgm:pt modelId="{0235C143-09F3-41E3-AF06-923270F1E334}">
      <dgm:prSet phldrT="[Text]"/>
      <dgm:spPr/>
      <dgm:t>
        <a:bodyPr/>
        <a:lstStyle/>
        <a:p>
          <a:r>
            <a:rPr lang="en-CA" dirty="0"/>
            <a:t>Copy </a:t>
          </a:r>
          <a:r>
            <a:rPr lang="en-CA" dirty="0" err="1"/>
            <a:t>openFOAM</a:t>
          </a:r>
          <a:r>
            <a:rPr lang="en-CA" dirty="0"/>
            <a:t> case files</a:t>
          </a:r>
        </a:p>
      </dgm:t>
    </dgm:pt>
    <dgm:pt modelId="{9EE2DE10-844D-432D-BDE9-542AC84064C3}" type="parTrans" cxnId="{6F7E84F6-E39D-45F5-BD6B-31653D81E6A5}">
      <dgm:prSet/>
      <dgm:spPr/>
      <dgm:t>
        <a:bodyPr/>
        <a:lstStyle/>
        <a:p>
          <a:endParaRPr lang="en-CA"/>
        </a:p>
      </dgm:t>
    </dgm:pt>
    <dgm:pt modelId="{D6285832-A051-467A-B315-BF6C403F4E9F}" type="sibTrans" cxnId="{6F7E84F6-E39D-45F5-BD6B-31653D81E6A5}">
      <dgm:prSet/>
      <dgm:spPr/>
      <dgm:t>
        <a:bodyPr/>
        <a:lstStyle/>
        <a:p>
          <a:endParaRPr lang="en-CA"/>
        </a:p>
      </dgm:t>
    </dgm:pt>
    <dgm:pt modelId="{78885A06-5E26-4D36-ABE0-1ED77E946E2D}">
      <dgm:prSet phldrT="[Text]" phldr="0"/>
      <dgm:spPr/>
      <dgm:t>
        <a:bodyPr/>
        <a:lstStyle/>
        <a:p>
          <a:r>
            <a:rPr lang="en-CA" dirty="0"/>
            <a:t>Get values from EDF</a:t>
          </a:r>
        </a:p>
      </dgm:t>
    </dgm:pt>
    <dgm:pt modelId="{DA704993-1043-4E49-954F-BCF929A01A09}" type="parTrans" cxnId="{22102E53-6A92-4F47-A654-09078AF71F1F}">
      <dgm:prSet/>
      <dgm:spPr/>
      <dgm:t>
        <a:bodyPr/>
        <a:lstStyle/>
        <a:p>
          <a:endParaRPr lang="en-CA"/>
        </a:p>
      </dgm:t>
    </dgm:pt>
    <dgm:pt modelId="{DE217067-1B73-4E92-8E51-E2D84EA9F38B}" type="sibTrans" cxnId="{22102E53-6A92-4F47-A654-09078AF71F1F}">
      <dgm:prSet/>
      <dgm:spPr/>
      <dgm:t>
        <a:bodyPr/>
        <a:lstStyle/>
        <a:p>
          <a:endParaRPr lang="en-CA"/>
        </a:p>
      </dgm:t>
    </dgm:pt>
    <dgm:pt modelId="{D56F658B-17F0-4A49-AB0B-0C918A8A5574}">
      <dgm:prSet phldrT="[Text]" phldr="0"/>
      <dgm:spPr/>
      <dgm:t>
        <a:bodyPr/>
        <a:lstStyle/>
        <a:p>
          <a:r>
            <a:rPr lang="en-CA"/>
            <a:t>Write &lt;structure&gt;.stl to working directory</a:t>
          </a:r>
          <a:endParaRPr lang="en-CA" dirty="0"/>
        </a:p>
      </dgm:t>
    </dgm:pt>
    <dgm:pt modelId="{6371EAC8-FF82-4D58-ADE5-D1CDB97E3535}" type="parTrans" cxnId="{61279EA0-51A9-4741-9F80-6174A6F3C6CE}">
      <dgm:prSet/>
      <dgm:spPr/>
      <dgm:t>
        <a:bodyPr/>
        <a:lstStyle/>
        <a:p>
          <a:endParaRPr lang="en-CA"/>
        </a:p>
      </dgm:t>
    </dgm:pt>
    <dgm:pt modelId="{9D6EB2AB-0FE5-4E2A-8205-4EB8267EB230}" type="sibTrans" cxnId="{61279EA0-51A9-4741-9F80-6174A6F3C6CE}">
      <dgm:prSet/>
      <dgm:spPr/>
      <dgm:t>
        <a:bodyPr/>
        <a:lstStyle/>
        <a:p>
          <a:endParaRPr lang="en-CA"/>
        </a:p>
      </dgm:t>
    </dgm:pt>
    <dgm:pt modelId="{50C55E83-D237-479F-9F81-49D08B261388}">
      <dgm:prSet phldrT="[Text]" phldr="0"/>
      <dgm:spPr/>
      <dgm:t>
        <a:bodyPr/>
        <a:lstStyle/>
        <a:p>
          <a:r>
            <a:rPr lang="en-CA" dirty="0"/>
            <a:t>Create structure from parameters</a:t>
          </a:r>
        </a:p>
      </dgm:t>
    </dgm:pt>
    <dgm:pt modelId="{4E73D031-DBF5-4E9D-8E4A-FEFB3F273517}" type="parTrans" cxnId="{8B5915A2-036D-4633-98E0-17A5F30E85CB}">
      <dgm:prSet/>
      <dgm:spPr/>
      <dgm:t>
        <a:bodyPr/>
        <a:lstStyle/>
        <a:p>
          <a:endParaRPr lang="en-CA"/>
        </a:p>
      </dgm:t>
    </dgm:pt>
    <dgm:pt modelId="{2BC4C1C6-6A71-4B82-A0E3-1CB387A352FA}" type="sibTrans" cxnId="{8B5915A2-036D-4633-98E0-17A5F30E85CB}">
      <dgm:prSet/>
      <dgm:spPr/>
      <dgm:t>
        <a:bodyPr/>
        <a:lstStyle/>
        <a:p>
          <a:endParaRPr lang="en-CA"/>
        </a:p>
      </dgm:t>
    </dgm:pt>
    <dgm:pt modelId="{7FDDEDFE-D0A0-4517-8694-EF125DAFF8EA}">
      <dgm:prSet phldrT="[Text]" phldr="0"/>
      <dgm:spPr/>
      <dgm:t>
        <a:bodyPr/>
        <a:lstStyle/>
        <a:p>
          <a:r>
            <a:rPr lang="en-CA" dirty="0"/>
            <a:t>Change parameters from EDF</a:t>
          </a:r>
        </a:p>
      </dgm:t>
    </dgm:pt>
    <dgm:pt modelId="{3D477860-6747-4922-9AFF-381C7E4B54F5}" type="parTrans" cxnId="{9618C7D3-5877-43E7-8161-CA64E475C787}">
      <dgm:prSet/>
      <dgm:spPr/>
      <dgm:t>
        <a:bodyPr/>
        <a:lstStyle/>
        <a:p>
          <a:endParaRPr lang="en-CA"/>
        </a:p>
      </dgm:t>
    </dgm:pt>
    <dgm:pt modelId="{F1A572FD-BCDF-474D-9654-2750A6031394}" type="sibTrans" cxnId="{9618C7D3-5877-43E7-8161-CA64E475C787}">
      <dgm:prSet/>
      <dgm:spPr/>
      <dgm:t>
        <a:bodyPr/>
        <a:lstStyle/>
        <a:p>
          <a:endParaRPr lang="en-CA"/>
        </a:p>
      </dgm:t>
    </dgm:pt>
    <dgm:pt modelId="{BEA13308-8ED3-454B-8181-F8D69608CF1A}">
      <dgm:prSet phldrT="[Text]" phldr="0"/>
      <dgm:spPr/>
      <dgm:t>
        <a:bodyPr/>
        <a:lstStyle/>
        <a:p>
          <a:r>
            <a:rPr lang="en-CA" dirty="0"/>
            <a:t>Mesh (</a:t>
          </a:r>
          <a:r>
            <a:rPr lang="en-CA" dirty="0" err="1"/>
            <a:t>blockMesh</a:t>
          </a:r>
          <a:r>
            <a:rPr lang="en-CA" dirty="0"/>
            <a:t>, </a:t>
          </a:r>
          <a:r>
            <a:rPr lang="en-CA" dirty="0" err="1"/>
            <a:t>snappyHexMesh</a:t>
          </a:r>
          <a:r>
            <a:rPr lang="en-CA" dirty="0"/>
            <a:t>), Solver, Control, .</a:t>
          </a:r>
          <a:r>
            <a:rPr lang="en-CA" dirty="0" err="1"/>
            <a:t>stl</a:t>
          </a:r>
          <a:r>
            <a:rPr lang="en-CA" dirty="0"/>
            <a:t> name</a:t>
          </a:r>
        </a:p>
      </dgm:t>
    </dgm:pt>
    <dgm:pt modelId="{CF490484-8220-45E3-8CDD-A744AC8C6479}" type="parTrans" cxnId="{5AF0C53F-6214-4473-A528-823D8F6C28FD}">
      <dgm:prSet/>
      <dgm:spPr/>
      <dgm:t>
        <a:bodyPr/>
        <a:lstStyle/>
        <a:p>
          <a:endParaRPr lang="en-CA"/>
        </a:p>
      </dgm:t>
    </dgm:pt>
    <dgm:pt modelId="{2A7C8118-ED41-4D0C-B094-73D56A921A4E}" type="sibTrans" cxnId="{5AF0C53F-6214-4473-A528-823D8F6C28FD}">
      <dgm:prSet/>
      <dgm:spPr/>
      <dgm:t>
        <a:bodyPr/>
        <a:lstStyle/>
        <a:p>
          <a:endParaRPr lang="en-CA"/>
        </a:p>
      </dgm:t>
    </dgm:pt>
    <dgm:pt modelId="{521D2901-DDE1-4D16-B790-C626E510C331}">
      <dgm:prSet phldrT="[Text]" phldr="0"/>
      <dgm:spPr/>
      <dgm:t>
        <a:bodyPr/>
        <a:lstStyle/>
        <a:p>
          <a:r>
            <a:rPr lang="en-CA" dirty="0"/>
            <a:t>Execute Simulation</a:t>
          </a:r>
        </a:p>
      </dgm:t>
    </dgm:pt>
    <dgm:pt modelId="{1FE1E376-AC74-4249-8CF5-031BE28AF378}" type="parTrans" cxnId="{937CA41A-3192-445B-9167-933BEB0EA8AD}">
      <dgm:prSet/>
      <dgm:spPr/>
      <dgm:t>
        <a:bodyPr/>
        <a:lstStyle/>
        <a:p>
          <a:endParaRPr lang="en-CA"/>
        </a:p>
      </dgm:t>
    </dgm:pt>
    <dgm:pt modelId="{66DE65F6-4827-4739-877B-FBF811401A34}" type="sibTrans" cxnId="{937CA41A-3192-445B-9167-933BEB0EA8AD}">
      <dgm:prSet/>
      <dgm:spPr/>
      <dgm:t>
        <a:bodyPr/>
        <a:lstStyle/>
        <a:p>
          <a:endParaRPr lang="en-CA"/>
        </a:p>
      </dgm:t>
    </dgm:pt>
    <dgm:pt modelId="{68634822-494E-4625-9B00-54A9F6F6E479}">
      <dgm:prSet phldrT="[Text]" phldr="0"/>
      <dgm:spPr/>
      <dgm:t>
        <a:bodyPr/>
        <a:lstStyle/>
        <a:p>
          <a:r>
            <a:rPr lang="en-CA" dirty="0"/>
            <a:t>Wait for </a:t>
          </a:r>
          <a:r>
            <a:rPr lang="en-CA" dirty="0" err="1"/>
            <a:t>openFOAM.o</a:t>
          </a:r>
          <a:r>
            <a:rPr lang="en-CA" dirty="0"/>
            <a:t>* to exist</a:t>
          </a:r>
        </a:p>
      </dgm:t>
    </dgm:pt>
    <dgm:pt modelId="{35BCEDB1-6A03-4C2B-AF29-495DC5B35C54}" type="parTrans" cxnId="{A71FD7F5-F062-4930-9C79-126E413D95AA}">
      <dgm:prSet/>
      <dgm:spPr/>
      <dgm:t>
        <a:bodyPr/>
        <a:lstStyle/>
        <a:p>
          <a:endParaRPr lang="en-CA"/>
        </a:p>
      </dgm:t>
    </dgm:pt>
    <dgm:pt modelId="{B7FD6A12-1A16-4332-AA05-A796169BD44D}" type="sibTrans" cxnId="{A71FD7F5-F062-4930-9C79-126E413D95AA}">
      <dgm:prSet/>
      <dgm:spPr/>
      <dgm:t>
        <a:bodyPr/>
        <a:lstStyle/>
        <a:p>
          <a:endParaRPr lang="en-CA"/>
        </a:p>
      </dgm:t>
    </dgm:pt>
    <dgm:pt modelId="{37060260-4509-480F-B17A-63F98EFF01AB}">
      <dgm:prSet phldrT="[Text]" phldr="0"/>
      <dgm:spPr/>
      <dgm:t>
        <a:bodyPr/>
        <a:lstStyle/>
        <a:p>
          <a:r>
            <a:rPr lang="en-CA" dirty="0"/>
            <a:t>Wait </a:t>
          </a:r>
          <a:r>
            <a:rPr lang="en-CA"/>
            <a:t>for results files to exist</a:t>
          </a:r>
          <a:endParaRPr lang="en-CA" dirty="0"/>
        </a:p>
      </dgm:t>
    </dgm:pt>
    <dgm:pt modelId="{9674D9F0-6262-4691-B067-FAD8E4B36E9B}" type="parTrans" cxnId="{E37E2082-DE01-4170-BE37-B0A425C6474D}">
      <dgm:prSet/>
      <dgm:spPr/>
      <dgm:t>
        <a:bodyPr/>
        <a:lstStyle/>
        <a:p>
          <a:endParaRPr lang="en-CA"/>
        </a:p>
      </dgm:t>
    </dgm:pt>
    <dgm:pt modelId="{B9576555-1A6E-40E4-AA36-CDCA26D49016}" type="sibTrans" cxnId="{E37E2082-DE01-4170-BE37-B0A425C6474D}">
      <dgm:prSet/>
      <dgm:spPr/>
      <dgm:t>
        <a:bodyPr/>
        <a:lstStyle/>
        <a:p>
          <a:endParaRPr lang="en-CA"/>
        </a:p>
      </dgm:t>
    </dgm:pt>
    <dgm:pt modelId="{818492CA-2C6A-45D7-A3D3-226A25CEDCA7}">
      <dgm:prSet phldrT="[Text]" phldr="0"/>
      <dgm:spPr/>
      <dgm:t>
        <a:bodyPr/>
        <a:lstStyle/>
        <a:p>
          <a:r>
            <a:rPr lang="en-CA" dirty="0"/>
            <a:t>Write </a:t>
          </a:r>
          <a:r>
            <a:rPr lang="en-CA" dirty="0" err="1"/>
            <a:t>results.json</a:t>
          </a:r>
          <a:r>
            <a:rPr lang="en-CA" dirty="0"/>
            <a:t> to working directory</a:t>
          </a:r>
        </a:p>
      </dgm:t>
    </dgm:pt>
    <dgm:pt modelId="{3482F4A2-997D-46C8-B63B-31C9FEFFDF46}" type="parTrans" cxnId="{29FC4193-F28D-472F-B77C-593A58751A28}">
      <dgm:prSet/>
      <dgm:spPr/>
      <dgm:t>
        <a:bodyPr/>
        <a:lstStyle/>
        <a:p>
          <a:endParaRPr lang="en-CA"/>
        </a:p>
      </dgm:t>
    </dgm:pt>
    <dgm:pt modelId="{08B437F7-848D-4FBE-97CC-32C9260BAFFB}" type="sibTrans" cxnId="{29FC4193-F28D-472F-B77C-593A58751A28}">
      <dgm:prSet/>
      <dgm:spPr/>
      <dgm:t>
        <a:bodyPr/>
        <a:lstStyle/>
        <a:p>
          <a:endParaRPr lang="en-CA"/>
        </a:p>
      </dgm:t>
    </dgm:pt>
    <dgm:pt modelId="{5C05B174-71A0-4EA8-AA8B-1348386B4EAB}" type="pres">
      <dgm:prSet presAssocID="{430D196A-59C3-4287-A7F7-367A5BCE58DD}" presName="linearFlow" presStyleCnt="0">
        <dgm:presLayoutVars>
          <dgm:dir/>
          <dgm:animLvl val="lvl"/>
          <dgm:resizeHandles val="exact"/>
        </dgm:presLayoutVars>
      </dgm:prSet>
      <dgm:spPr/>
    </dgm:pt>
    <dgm:pt modelId="{465F9648-A978-48D1-A82D-5C31CB7A18CA}" type="pres">
      <dgm:prSet presAssocID="{D1444159-E301-4BE1-BE32-8E4B00007764}" presName="composite" presStyleCnt="0"/>
      <dgm:spPr/>
    </dgm:pt>
    <dgm:pt modelId="{C898D2B4-50EC-4B1F-8ADD-9CA0C5A21049}" type="pres">
      <dgm:prSet presAssocID="{D1444159-E301-4BE1-BE32-8E4B00007764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B00C9287-F6AB-4E2A-94F1-59796F730206}" type="pres">
      <dgm:prSet presAssocID="{D1444159-E301-4BE1-BE32-8E4B00007764}" presName="descendantText" presStyleLbl="alignAcc1" presStyleIdx="0" presStyleCnt="4" custLinFactNeighborX="0" custLinFactNeighborY="-1203">
        <dgm:presLayoutVars>
          <dgm:bulletEnabled val="1"/>
        </dgm:presLayoutVars>
      </dgm:prSet>
      <dgm:spPr/>
    </dgm:pt>
    <dgm:pt modelId="{4C48BCB3-49FC-4CC8-92CE-8DCBD9C12FBA}" type="pres">
      <dgm:prSet presAssocID="{BEB63B63-DE27-43CD-9EB2-90EAE049E3EA}" presName="sp" presStyleCnt="0"/>
      <dgm:spPr/>
    </dgm:pt>
    <dgm:pt modelId="{C0813A25-5851-4CFC-BC8D-883A15001540}" type="pres">
      <dgm:prSet presAssocID="{5F45D39B-D5CC-4347-83F8-96AB50E964A0}" presName="composite" presStyleCnt="0"/>
      <dgm:spPr/>
    </dgm:pt>
    <dgm:pt modelId="{E6771443-F475-4320-A3CA-317E4B0AEAC1}" type="pres">
      <dgm:prSet presAssocID="{5F45D39B-D5CC-4347-83F8-96AB50E964A0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23D8B86D-837A-4530-B148-1DEC6FC4F45C}" type="pres">
      <dgm:prSet presAssocID="{5F45D39B-D5CC-4347-83F8-96AB50E964A0}" presName="descendantText" presStyleLbl="alignAcc1" presStyleIdx="1" presStyleCnt="4" custLinFactNeighborX="6245" custLinFactNeighborY="5573">
        <dgm:presLayoutVars>
          <dgm:bulletEnabled val="1"/>
        </dgm:presLayoutVars>
      </dgm:prSet>
      <dgm:spPr/>
    </dgm:pt>
    <dgm:pt modelId="{5D14CDBC-72AE-4AF8-ACDA-4FC9F60E45CA}" type="pres">
      <dgm:prSet presAssocID="{C6175892-4044-447E-91B0-38C46766AB7D}" presName="sp" presStyleCnt="0"/>
      <dgm:spPr/>
    </dgm:pt>
    <dgm:pt modelId="{A02A89F7-A229-41D9-BAC4-D4119FB8E062}" type="pres">
      <dgm:prSet presAssocID="{6FE08866-35DB-4C93-A0C9-AB66A101B755}" presName="composite" presStyleCnt="0"/>
      <dgm:spPr/>
    </dgm:pt>
    <dgm:pt modelId="{EE296D05-58CA-4EF5-8E92-20F0C048E3D1}" type="pres">
      <dgm:prSet presAssocID="{6FE08866-35DB-4C93-A0C9-AB66A101B755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EA6312AD-F270-4A9A-A32D-4C3471A2D778}" type="pres">
      <dgm:prSet presAssocID="{6FE08866-35DB-4C93-A0C9-AB66A101B755}" presName="descendantText" presStyleLbl="alignAcc1" presStyleIdx="2" presStyleCnt="4">
        <dgm:presLayoutVars>
          <dgm:bulletEnabled val="1"/>
        </dgm:presLayoutVars>
      </dgm:prSet>
      <dgm:spPr/>
    </dgm:pt>
    <dgm:pt modelId="{0E9A4ACD-F101-461A-91F6-DECBE8D1879D}" type="pres">
      <dgm:prSet presAssocID="{9F7E169C-0695-4B01-A7F1-D5EC07BA341C}" presName="sp" presStyleCnt="0"/>
      <dgm:spPr/>
    </dgm:pt>
    <dgm:pt modelId="{8C48FF14-C97E-4A60-BF3B-0EC60AB04B38}" type="pres">
      <dgm:prSet presAssocID="{39825188-188F-46C9-AE5C-12380439461C}" presName="composite" presStyleCnt="0"/>
      <dgm:spPr/>
    </dgm:pt>
    <dgm:pt modelId="{95099651-0F04-414F-9083-0BCCE3186CE3}" type="pres">
      <dgm:prSet presAssocID="{39825188-188F-46C9-AE5C-12380439461C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52CC941C-8EC6-40E6-BC1A-0D4A29232618}" type="pres">
      <dgm:prSet presAssocID="{39825188-188F-46C9-AE5C-12380439461C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2C9E7A02-7ACC-4930-9444-4EB5F5682AEC}" type="presOf" srcId="{6FE08866-35DB-4C93-A0C9-AB66A101B755}" destId="{EE296D05-58CA-4EF5-8E92-20F0C048E3D1}" srcOrd="0" destOrd="0" presId="urn:microsoft.com/office/officeart/2005/8/layout/chevron2"/>
    <dgm:cxn modelId="{C41AE610-BD69-45FA-8C26-462DCC2968D9}" type="presOf" srcId="{D56F658B-17F0-4A49-AB0B-0C918A8A5574}" destId="{23D8B86D-837A-4530-B148-1DEC6FC4F45C}" srcOrd="0" destOrd="2" presId="urn:microsoft.com/office/officeart/2005/8/layout/chevron2"/>
    <dgm:cxn modelId="{937CA41A-3192-445B-9167-933BEB0EA8AD}" srcId="{6FE08866-35DB-4C93-A0C9-AB66A101B755}" destId="{521D2901-DDE1-4D16-B790-C626E510C331}" srcOrd="1" destOrd="0" parTransId="{1FE1E376-AC74-4249-8CF5-031BE28AF378}" sibTransId="{66DE65F6-4827-4739-877B-FBF811401A34}"/>
    <dgm:cxn modelId="{0A590223-5E01-48AF-AFC0-72A5CBFC748D}" srcId="{430D196A-59C3-4287-A7F7-367A5BCE58DD}" destId="{39825188-188F-46C9-AE5C-12380439461C}" srcOrd="3" destOrd="0" parTransId="{D2C88090-DA6E-4D24-903F-D0A8F5CBD263}" sibTransId="{261888F9-A82E-4A0A-A630-2E880B2E9D20}"/>
    <dgm:cxn modelId="{A8464138-F1FC-48C8-9604-0D23CDB09F4F}" srcId="{430D196A-59C3-4287-A7F7-367A5BCE58DD}" destId="{6FE08866-35DB-4C93-A0C9-AB66A101B755}" srcOrd="2" destOrd="0" parTransId="{F97B8DA0-C21E-40B4-9264-5702B6A20252}" sibTransId="{9F7E169C-0695-4B01-A7F1-D5EC07BA341C}"/>
    <dgm:cxn modelId="{5C41D03B-558F-4E59-96E7-055104C8C812}" type="presOf" srcId="{68634822-494E-4625-9B00-54A9F6F6E479}" destId="{52CC941C-8EC6-40E6-BC1A-0D4A29232618}" srcOrd="0" destOrd="0" presId="urn:microsoft.com/office/officeart/2005/8/layout/chevron2"/>
    <dgm:cxn modelId="{5AF0C53F-6214-4473-A528-823D8F6C28FD}" srcId="{7FDDEDFE-D0A0-4517-8694-EF125DAFF8EA}" destId="{BEA13308-8ED3-454B-8181-F8D69608CF1A}" srcOrd="0" destOrd="0" parTransId="{CF490484-8220-45E3-8CDD-A744AC8C6479}" sibTransId="{2A7C8118-ED41-4D0C-B094-73D56A921A4E}"/>
    <dgm:cxn modelId="{A7B19840-709C-4396-B332-655D81146D24}" srcId="{D1444159-E301-4BE1-BE32-8E4B00007764}" destId="{13BCDA07-1444-4CAE-A832-C9FEA8140278}" srcOrd="0" destOrd="0" parTransId="{63E7D7E6-ED05-4C3F-8552-B36451BC228D}" sibTransId="{3F0C4771-FD40-4AF5-9010-C9ECA9B59039}"/>
    <dgm:cxn modelId="{59DF9A62-64FD-4CFA-AE0E-45B7564C13C3}" srcId="{430D196A-59C3-4287-A7F7-367A5BCE58DD}" destId="{D1444159-E301-4BE1-BE32-8E4B00007764}" srcOrd="0" destOrd="0" parTransId="{18F02C08-78AD-4A95-9FE2-E2CB641A1B39}" sibTransId="{BEB63B63-DE27-43CD-9EB2-90EAE049E3EA}"/>
    <dgm:cxn modelId="{E08B2470-F102-45F5-9C02-C95868CF5BF1}" type="presOf" srcId="{0235C143-09F3-41E3-AF06-923270F1E334}" destId="{B00C9287-F6AB-4E2A-94F1-59796F730206}" srcOrd="0" destOrd="2" presId="urn:microsoft.com/office/officeart/2005/8/layout/chevron2"/>
    <dgm:cxn modelId="{22102E53-6A92-4F47-A654-09078AF71F1F}" srcId="{5F45D39B-D5CC-4347-83F8-96AB50E964A0}" destId="{78885A06-5E26-4D36-ABE0-1ED77E946E2D}" srcOrd="0" destOrd="0" parTransId="{DA704993-1043-4E49-954F-BCF929A01A09}" sibTransId="{DE217067-1B73-4E92-8E51-E2D84EA9F38B}"/>
    <dgm:cxn modelId="{DEE2EE76-7A0A-4FAE-A023-E5F38447CDD1}" srcId="{430D196A-59C3-4287-A7F7-367A5BCE58DD}" destId="{5F45D39B-D5CC-4347-83F8-96AB50E964A0}" srcOrd="1" destOrd="0" parTransId="{9CEA0166-2C49-4959-AF61-CE82F4766114}" sibTransId="{C6175892-4044-447E-91B0-38C46766AB7D}"/>
    <dgm:cxn modelId="{A84B6281-6A05-46F1-953A-837F43938D5F}" type="presOf" srcId="{50C55E83-D237-479F-9F81-49D08B261388}" destId="{23D8B86D-837A-4530-B148-1DEC6FC4F45C}" srcOrd="0" destOrd="1" presId="urn:microsoft.com/office/officeart/2005/8/layout/chevron2"/>
    <dgm:cxn modelId="{E37E2082-DE01-4170-BE37-B0A425C6474D}" srcId="{39825188-188F-46C9-AE5C-12380439461C}" destId="{37060260-4509-480F-B17A-63F98EFF01AB}" srcOrd="1" destOrd="0" parTransId="{9674D9F0-6262-4691-B067-FAD8E4B36E9B}" sibTransId="{B9576555-1A6E-40E4-AA36-CDCA26D49016}"/>
    <dgm:cxn modelId="{29FC4193-F28D-472F-B77C-593A58751A28}" srcId="{39825188-188F-46C9-AE5C-12380439461C}" destId="{818492CA-2C6A-45D7-A3D3-226A25CEDCA7}" srcOrd="2" destOrd="0" parTransId="{3482F4A2-997D-46C8-B63B-31C9FEFFDF46}" sibTransId="{08B437F7-848D-4FBE-97CC-32C9260BAFFB}"/>
    <dgm:cxn modelId="{3E987F94-C84E-421B-9D20-5644934B6CB9}" type="presOf" srcId="{78885A06-5E26-4D36-ABE0-1ED77E946E2D}" destId="{23D8B86D-837A-4530-B148-1DEC6FC4F45C}" srcOrd="0" destOrd="0" presId="urn:microsoft.com/office/officeart/2005/8/layout/chevron2"/>
    <dgm:cxn modelId="{DD8D6597-A876-4BE9-B64D-95FF885BB745}" type="presOf" srcId="{37060260-4509-480F-B17A-63F98EFF01AB}" destId="{52CC941C-8EC6-40E6-BC1A-0D4A29232618}" srcOrd="0" destOrd="1" presId="urn:microsoft.com/office/officeart/2005/8/layout/chevron2"/>
    <dgm:cxn modelId="{61279EA0-51A9-4741-9F80-6174A6F3C6CE}" srcId="{5F45D39B-D5CC-4347-83F8-96AB50E964A0}" destId="{D56F658B-17F0-4A49-AB0B-0C918A8A5574}" srcOrd="2" destOrd="0" parTransId="{6371EAC8-FF82-4D58-ADE5-D1CDB97E3535}" sibTransId="{9D6EB2AB-0FE5-4E2A-8205-4EB8267EB230}"/>
    <dgm:cxn modelId="{8B5915A2-036D-4633-98E0-17A5F30E85CB}" srcId="{5F45D39B-D5CC-4347-83F8-96AB50E964A0}" destId="{50C55E83-D237-479F-9F81-49D08B261388}" srcOrd="1" destOrd="0" parTransId="{4E73D031-DBF5-4E9D-8E4A-FEFB3F273517}" sibTransId="{2BC4C1C6-6A71-4B82-A0E3-1CB387A352FA}"/>
    <dgm:cxn modelId="{C0228DB4-D67B-460D-8D82-6EC51A953E65}" type="presOf" srcId="{5F45D39B-D5CC-4347-83F8-96AB50E964A0}" destId="{E6771443-F475-4320-A3CA-317E4B0AEAC1}" srcOrd="0" destOrd="0" presId="urn:microsoft.com/office/officeart/2005/8/layout/chevron2"/>
    <dgm:cxn modelId="{BE2567C2-7A33-4311-BF7B-6AF4785B8BD9}" type="presOf" srcId="{7FDDEDFE-D0A0-4517-8694-EF125DAFF8EA}" destId="{EA6312AD-F270-4A9A-A32D-4C3471A2D778}" srcOrd="0" destOrd="0" presId="urn:microsoft.com/office/officeart/2005/8/layout/chevron2"/>
    <dgm:cxn modelId="{1821E7C3-89CE-4767-9777-18AAD2362D40}" type="presOf" srcId="{39825188-188F-46C9-AE5C-12380439461C}" destId="{95099651-0F04-414F-9083-0BCCE3186CE3}" srcOrd="0" destOrd="0" presId="urn:microsoft.com/office/officeart/2005/8/layout/chevron2"/>
    <dgm:cxn modelId="{F36BE6CC-9D4A-44D1-9C2D-0BD64E32F8E4}" type="presOf" srcId="{D1444159-E301-4BE1-BE32-8E4B00007764}" destId="{C898D2B4-50EC-4B1F-8ADD-9CA0C5A21049}" srcOrd="0" destOrd="0" presId="urn:microsoft.com/office/officeart/2005/8/layout/chevron2"/>
    <dgm:cxn modelId="{9618C7D3-5877-43E7-8161-CA64E475C787}" srcId="{6FE08866-35DB-4C93-A0C9-AB66A101B755}" destId="{7FDDEDFE-D0A0-4517-8694-EF125DAFF8EA}" srcOrd="0" destOrd="0" parTransId="{3D477860-6747-4922-9AFF-381C7E4B54F5}" sibTransId="{F1A572FD-BCDF-474D-9654-2750A6031394}"/>
    <dgm:cxn modelId="{E60363D5-2584-4E4C-85C5-888313B24899}" type="presOf" srcId="{521D2901-DDE1-4D16-B790-C626E510C331}" destId="{EA6312AD-F270-4A9A-A32D-4C3471A2D778}" srcOrd="0" destOrd="2" presId="urn:microsoft.com/office/officeart/2005/8/layout/chevron2"/>
    <dgm:cxn modelId="{640A65E2-BB4A-4EF1-88D2-C91190E8590C}" srcId="{D1444159-E301-4BE1-BE32-8E4B00007764}" destId="{7BB33C1E-AEBE-46CE-99E0-83CFBB20FC7D}" srcOrd="1" destOrd="0" parTransId="{3C05E3CA-8A2F-46CE-BF29-BA1E4D47DA27}" sibTransId="{F8B695B6-8240-4F57-A76F-465FF4190DC7}"/>
    <dgm:cxn modelId="{127821E6-B465-4E8F-A629-67276DB32FDC}" type="presOf" srcId="{430D196A-59C3-4287-A7F7-367A5BCE58DD}" destId="{5C05B174-71A0-4EA8-AA8B-1348386B4EAB}" srcOrd="0" destOrd="0" presId="urn:microsoft.com/office/officeart/2005/8/layout/chevron2"/>
    <dgm:cxn modelId="{1BD866EA-68A2-4DDE-83B6-F8BBEE6154E8}" type="presOf" srcId="{818492CA-2C6A-45D7-A3D3-226A25CEDCA7}" destId="{52CC941C-8EC6-40E6-BC1A-0D4A29232618}" srcOrd="0" destOrd="2" presId="urn:microsoft.com/office/officeart/2005/8/layout/chevron2"/>
    <dgm:cxn modelId="{76C83BF2-1DD2-4204-8655-7BAADD1950C0}" type="presOf" srcId="{13BCDA07-1444-4CAE-A832-C9FEA8140278}" destId="{B00C9287-F6AB-4E2A-94F1-59796F730206}" srcOrd="0" destOrd="0" presId="urn:microsoft.com/office/officeart/2005/8/layout/chevron2"/>
    <dgm:cxn modelId="{78A401F3-B75B-4E00-99C7-6AF6983D5C6D}" type="presOf" srcId="{7BB33C1E-AEBE-46CE-99E0-83CFBB20FC7D}" destId="{B00C9287-F6AB-4E2A-94F1-59796F730206}" srcOrd="0" destOrd="1" presId="urn:microsoft.com/office/officeart/2005/8/layout/chevron2"/>
    <dgm:cxn modelId="{A71FD7F5-F062-4930-9C79-126E413D95AA}" srcId="{39825188-188F-46C9-AE5C-12380439461C}" destId="{68634822-494E-4625-9B00-54A9F6F6E479}" srcOrd="0" destOrd="0" parTransId="{35BCEDB1-6A03-4C2B-AF29-495DC5B35C54}" sibTransId="{B7FD6A12-1A16-4332-AA05-A796169BD44D}"/>
    <dgm:cxn modelId="{6F7E84F6-E39D-45F5-BD6B-31653D81E6A5}" srcId="{D1444159-E301-4BE1-BE32-8E4B00007764}" destId="{0235C143-09F3-41E3-AF06-923270F1E334}" srcOrd="2" destOrd="0" parTransId="{9EE2DE10-844D-432D-BDE9-542AC84064C3}" sibTransId="{D6285832-A051-467A-B315-BF6C403F4E9F}"/>
    <dgm:cxn modelId="{71ECB8FF-AFB2-4E14-BC7E-A8DE96656D1D}" type="presOf" srcId="{BEA13308-8ED3-454B-8181-F8D69608CF1A}" destId="{EA6312AD-F270-4A9A-A32D-4C3471A2D778}" srcOrd="0" destOrd="1" presId="urn:microsoft.com/office/officeart/2005/8/layout/chevron2"/>
    <dgm:cxn modelId="{D952D368-C08D-494A-A17B-54B1E02774AE}" type="presParOf" srcId="{5C05B174-71A0-4EA8-AA8B-1348386B4EAB}" destId="{465F9648-A978-48D1-A82D-5C31CB7A18CA}" srcOrd="0" destOrd="0" presId="urn:microsoft.com/office/officeart/2005/8/layout/chevron2"/>
    <dgm:cxn modelId="{62F4DF60-05C5-46F1-AB14-5CE454688E58}" type="presParOf" srcId="{465F9648-A978-48D1-A82D-5C31CB7A18CA}" destId="{C898D2B4-50EC-4B1F-8ADD-9CA0C5A21049}" srcOrd="0" destOrd="0" presId="urn:microsoft.com/office/officeart/2005/8/layout/chevron2"/>
    <dgm:cxn modelId="{D8A85A68-3FFC-4A4E-9F9B-BF3509A16395}" type="presParOf" srcId="{465F9648-A978-48D1-A82D-5C31CB7A18CA}" destId="{B00C9287-F6AB-4E2A-94F1-59796F730206}" srcOrd="1" destOrd="0" presId="urn:microsoft.com/office/officeart/2005/8/layout/chevron2"/>
    <dgm:cxn modelId="{24E24D45-ACF7-49EF-8DA4-00A3FB61B030}" type="presParOf" srcId="{5C05B174-71A0-4EA8-AA8B-1348386B4EAB}" destId="{4C48BCB3-49FC-4CC8-92CE-8DCBD9C12FBA}" srcOrd="1" destOrd="0" presId="urn:microsoft.com/office/officeart/2005/8/layout/chevron2"/>
    <dgm:cxn modelId="{6EE3ED5F-37A9-4D7B-9F83-94F1EDFB49F6}" type="presParOf" srcId="{5C05B174-71A0-4EA8-AA8B-1348386B4EAB}" destId="{C0813A25-5851-4CFC-BC8D-883A15001540}" srcOrd="2" destOrd="0" presId="urn:microsoft.com/office/officeart/2005/8/layout/chevron2"/>
    <dgm:cxn modelId="{EDC2F6CE-AC76-4B9F-B78B-435BDA3DB184}" type="presParOf" srcId="{C0813A25-5851-4CFC-BC8D-883A15001540}" destId="{E6771443-F475-4320-A3CA-317E4B0AEAC1}" srcOrd="0" destOrd="0" presId="urn:microsoft.com/office/officeart/2005/8/layout/chevron2"/>
    <dgm:cxn modelId="{B2395A5E-3F5A-4621-A2CC-19DA4D4A7658}" type="presParOf" srcId="{C0813A25-5851-4CFC-BC8D-883A15001540}" destId="{23D8B86D-837A-4530-B148-1DEC6FC4F45C}" srcOrd="1" destOrd="0" presId="urn:microsoft.com/office/officeart/2005/8/layout/chevron2"/>
    <dgm:cxn modelId="{C593C22A-6066-437C-B54D-26D5308E439A}" type="presParOf" srcId="{5C05B174-71A0-4EA8-AA8B-1348386B4EAB}" destId="{5D14CDBC-72AE-4AF8-ACDA-4FC9F60E45CA}" srcOrd="3" destOrd="0" presId="urn:microsoft.com/office/officeart/2005/8/layout/chevron2"/>
    <dgm:cxn modelId="{D7C57B31-BDD8-4099-9950-860C4863E13A}" type="presParOf" srcId="{5C05B174-71A0-4EA8-AA8B-1348386B4EAB}" destId="{A02A89F7-A229-41D9-BAC4-D4119FB8E062}" srcOrd="4" destOrd="0" presId="urn:microsoft.com/office/officeart/2005/8/layout/chevron2"/>
    <dgm:cxn modelId="{753F2047-88E0-4C97-BD05-7F52F3B713B8}" type="presParOf" srcId="{A02A89F7-A229-41D9-BAC4-D4119FB8E062}" destId="{EE296D05-58CA-4EF5-8E92-20F0C048E3D1}" srcOrd="0" destOrd="0" presId="urn:microsoft.com/office/officeart/2005/8/layout/chevron2"/>
    <dgm:cxn modelId="{5BA21627-1D14-41B3-8A54-E6A36A156AFD}" type="presParOf" srcId="{A02A89F7-A229-41D9-BAC4-D4119FB8E062}" destId="{EA6312AD-F270-4A9A-A32D-4C3471A2D778}" srcOrd="1" destOrd="0" presId="urn:microsoft.com/office/officeart/2005/8/layout/chevron2"/>
    <dgm:cxn modelId="{954A5778-4329-4B3B-A765-EF17AED67D64}" type="presParOf" srcId="{5C05B174-71A0-4EA8-AA8B-1348386B4EAB}" destId="{0E9A4ACD-F101-461A-91F6-DECBE8D1879D}" srcOrd="5" destOrd="0" presId="urn:microsoft.com/office/officeart/2005/8/layout/chevron2"/>
    <dgm:cxn modelId="{2088490E-7A01-419F-832F-184F4ACEE36B}" type="presParOf" srcId="{5C05B174-71A0-4EA8-AA8B-1348386B4EAB}" destId="{8C48FF14-C97E-4A60-BF3B-0EC60AB04B38}" srcOrd="6" destOrd="0" presId="urn:microsoft.com/office/officeart/2005/8/layout/chevron2"/>
    <dgm:cxn modelId="{5E623FDD-2802-41B3-9952-9FE6D41E22F0}" type="presParOf" srcId="{8C48FF14-C97E-4A60-BF3B-0EC60AB04B38}" destId="{95099651-0F04-414F-9083-0BCCE3186CE3}" srcOrd="0" destOrd="0" presId="urn:microsoft.com/office/officeart/2005/8/layout/chevron2"/>
    <dgm:cxn modelId="{6C3DF34C-F16D-45EF-900F-300B8791E21A}" type="presParOf" srcId="{8C48FF14-C97E-4A60-BF3B-0EC60AB04B38}" destId="{52CC941C-8EC6-40E6-BC1A-0D4A2923261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8D2B4-50EC-4B1F-8ADD-9CA0C5A21049}">
      <dsp:nvSpPr>
        <dsp:cNvPr id="0" name=""/>
        <dsp:cNvSpPr/>
      </dsp:nvSpPr>
      <dsp:spPr>
        <a:xfrm rot="5400000">
          <a:off x="-202812" y="202878"/>
          <a:ext cx="1352082" cy="94645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/>
            <a:t>Create Working Directory</a:t>
          </a:r>
        </a:p>
      </dsp:txBody>
      <dsp:txXfrm rot="-5400000">
        <a:off x="0" y="473295"/>
        <a:ext cx="946458" cy="405624"/>
      </dsp:txXfrm>
    </dsp:sp>
    <dsp:sp modelId="{B00C9287-F6AB-4E2A-94F1-59796F730206}">
      <dsp:nvSpPr>
        <dsp:cNvPr id="0" name=""/>
        <dsp:cNvSpPr/>
      </dsp:nvSpPr>
      <dsp:spPr>
        <a:xfrm rot="5400000">
          <a:off x="2519387" y="-1572929"/>
          <a:ext cx="878853" cy="40247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/>
            <a:t>Make Directory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/>
            <a:t>Write EDF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/>
            <a:t>Copy </a:t>
          </a:r>
          <a:r>
            <a:rPr lang="en-CA" sz="1200" kern="1200" dirty="0" err="1"/>
            <a:t>openFOAM</a:t>
          </a:r>
          <a:r>
            <a:rPr lang="en-CA" sz="1200" kern="1200" dirty="0"/>
            <a:t> case files</a:t>
          </a:r>
        </a:p>
      </dsp:txBody>
      <dsp:txXfrm rot="-5400000">
        <a:off x="946458" y="42902"/>
        <a:ext cx="3981810" cy="793049"/>
      </dsp:txXfrm>
    </dsp:sp>
    <dsp:sp modelId="{E6771443-F475-4320-A3CA-317E4B0AEAC1}">
      <dsp:nvSpPr>
        <dsp:cNvPr id="0" name=""/>
        <dsp:cNvSpPr/>
      </dsp:nvSpPr>
      <dsp:spPr>
        <a:xfrm rot="5400000">
          <a:off x="-202812" y="1409271"/>
          <a:ext cx="1352082" cy="94645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/>
            <a:t>Parameterized Structure Build</a:t>
          </a:r>
        </a:p>
      </dsp:txBody>
      <dsp:txXfrm rot="-5400000">
        <a:off x="0" y="1679688"/>
        <a:ext cx="946458" cy="405624"/>
      </dsp:txXfrm>
    </dsp:sp>
    <dsp:sp modelId="{23D8B86D-837A-4530-B148-1DEC6FC4F45C}">
      <dsp:nvSpPr>
        <dsp:cNvPr id="0" name=""/>
        <dsp:cNvSpPr/>
      </dsp:nvSpPr>
      <dsp:spPr>
        <a:xfrm rot="5400000">
          <a:off x="2519387" y="-317492"/>
          <a:ext cx="878853" cy="40247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/>
            <a:t>Get values from EDF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/>
            <a:t>Create structure from parameters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/>
            <a:t>Write &lt;structure&gt;.stl to working directory</a:t>
          </a:r>
          <a:endParaRPr lang="en-CA" sz="1200" kern="1200" dirty="0"/>
        </a:p>
      </dsp:txBody>
      <dsp:txXfrm rot="-5400000">
        <a:off x="946458" y="1298339"/>
        <a:ext cx="3981810" cy="793049"/>
      </dsp:txXfrm>
    </dsp:sp>
    <dsp:sp modelId="{EE296D05-58CA-4EF5-8E92-20F0C048E3D1}">
      <dsp:nvSpPr>
        <dsp:cNvPr id="0" name=""/>
        <dsp:cNvSpPr/>
      </dsp:nvSpPr>
      <dsp:spPr>
        <a:xfrm rot="5400000">
          <a:off x="-202812" y="2615663"/>
          <a:ext cx="1352082" cy="94645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 err="1"/>
            <a:t>openFOAM</a:t>
          </a:r>
          <a:endParaRPr lang="en-CA" sz="1000" kern="1200" dirty="0"/>
        </a:p>
      </dsp:txBody>
      <dsp:txXfrm rot="-5400000">
        <a:off x="0" y="2886080"/>
        <a:ext cx="946458" cy="405624"/>
      </dsp:txXfrm>
    </dsp:sp>
    <dsp:sp modelId="{EA6312AD-F270-4A9A-A32D-4C3471A2D778}">
      <dsp:nvSpPr>
        <dsp:cNvPr id="0" name=""/>
        <dsp:cNvSpPr/>
      </dsp:nvSpPr>
      <dsp:spPr>
        <a:xfrm rot="5400000">
          <a:off x="2519387" y="839921"/>
          <a:ext cx="878853" cy="40247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/>
            <a:t>Change parameters from EDF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/>
            <a:t>Mesh (</a:t>
          </a:r>
          <a:r>
            <a:rPr lang="en-CA" sz="1200" kern="1200" dirty="0" err="1"/>
            <a:t>blockMesh</a:t>
          </a:r>
          <a:r>
            <a:rPr lang="en-CA" sz="1200" kern="1200" dirty="0"/>
            <a:t>, </a:t>
          </a:r>
          <a:r>
            <a:rPr lang="en-CA" sz="1200" kern="1200" dirty="0" err="1"/>
            <a:t>snappyHexMesh</a:t>
          </a:r>
          <a:r>
            <a:rPr lang="en-CA" sz="1200" kern="1200" dirty="0"/>
            <a:t>), Solver, Control, .</a:t>
          </a:r>
          <a:r>
            <a:rPr lang="en-CA" sz="1200" kern="1200" dirty="0" err="1"/>
            <a:t>stl</a:t>
          </a:r>
          <a:r>
            <a:rPr lang="en-CA" sz="1200" kern="1200" dirty="0"/>
            <a:t> name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/>
            <a:t>Execute Simulation</a:t>
          </a:r>
        </a:p>
      </dsp:txBody>
      <dsp:txXfrm rot="-5400000">
        <a:off x="946458" y="2455752"/>
        <a:ext cx="3981810" cy="793049"/>
      </dsp:txXfrm>
    </dsp:sp>
    <dsp:sp modelId="{95099651-0F04-414F-9083-0BCCE3186CE3}">
      <dsp:nvSpPr>
        <dsp:cNvPr id="0" name=""/>
        <dsp:cNvSpPr/>
      </dsp:nvSpPr>
      <dsp:spPr>
        <a:xfrm rot="5400000">
          <a:off x="-202812" y="3822056"/>
          <a:ext cx="1352082" cy="94645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/>
            <a:t>Post-</a:t>
          </a:r>
          <a:r>
            <a:rPr lang="en-CA" sz="1000" kern="1200" dirty="0" err="1"/>
            <a:t>Proccessing</a:t>
          </a:r>
          <a:endParaRPr lang="en-CA" sz="1000" kern="1200" dirty="0"/>
        </a:p>
      </dsp:txBody>
      <dsp:txXfrm rot="-5400000">
        <a:off x="0" y="4092473"/>
        <a:ext cx="946458" cy="405624"/>
      </dsp:txXfrm>
    </dsp:sp>
    <dsp:sp modelId="{52CC941C-8EC6-40E6-BC1A-0D4A29232618}">
      <dsp:nvSpPr>
        <dsp:cNvPr id="0" name=""/>
        <dsp:cNvSpPr/>
      </dsp:nvSpPr>
      <dsp:spPr>
        <a:xfrm rot="5400000">
          <a:off x="2519387" y="2046314"/>
          <a:ext cx="878853" cy="40247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/>
            <a:t>Wait for </a:t>
          </a:r>
          <a:r>
            <a:rPr lang="en-CA" sz="1200" kern="1200" dirty="0" err="1"/>
            <a:t>openFOAM.o</a:t>
          </a:r>
          <a:r>
            <a:rPr lang="en-CA" sz="1200" kern="1200" dirty="0"/>
            <a:t>* to exist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/>
            <a:t>Wait </a:t>
          </a:r>
          <a:r>
            <a:rPr lang="en-CA" sz="1200" kern="1200"/>
            <a:t>for results files to exist</a:t>
          </a:r>
          <a:endParaRPr lang="en-CA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/>
            <a:t>Write </a:t>
          </a:r>
          <a:r>
            <a:rPr lang="en-CA" sz="1200" kern="1200" dirty="0" err="1"/>
            <a:t>results.json</a:t>
          </a:r>
          <a:r>
            <a:rPr lang="en-CA" sz="1200" kern="1200" dirty="0"/>
            <a:t> to working directory</a:t>
          </a:r>
        </a:p>
      </dsp:txBody>
      <dsp:txXfrm rot="-5400000">
        <a:off x="946458" y="3662145"/>
        <a:ext cx="3981810" cy="7930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C93B0-8BB7-2347-B160-71E76B810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CB044-2E05-A9BF-AED1-79E0D5AC2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725EA-ECCE-17F6-797C-C7B724D18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A0A36-3FD0-4211-935F-7D39A802380A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3A4BC-B807-EF28-7898-87708C08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07F9F-8DFC-B4FA-4FB1-A5C8F7BD5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9CF5-5802-4047-ADD6-4A69F9B98C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205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0E0AF-71E5-F4C2-001E-3FFAAF65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BBE41-E531-5141-BD59-6A71EA13C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306A6-C3C3-1085-A866-0079F9EE7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A0A36-3FD0-4211-935F-7D39A802380A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353A8-153C-EC08-28D6-756B4621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DA058-AB46-59D3-B2DF-9FF972DB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9CF5-5802-4047-ADD6-4A69F9B98C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44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5C57-8325-854A-E81F-791548EB3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E5740-AEE6-F615-738C-DD93706B2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60AEA-46DD-5556-2C6D-8FD3460D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A0A36-3FD0-4211-935F-7D39A802380A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F865B-5E0D-091A-3045-455535616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07253-C673-CD2B-965F-88AE0A11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9CF5-5802-4047-ADD6-4A69F9B98C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785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61FC-EB3F-8EF4-2837-A8498EF5A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F25ED-5988-52B5-A049-F09A1B549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9D567-FCA2-721E-E09A-BE092F639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1CAB7-2B73-0C65-E97B-662DCA77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A0A36-3FD0-4211-935F-7D39A802380A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A68AE-930B-D26A-BE7E-388ED2EC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15031-A967-C072-5B5F-ECE02675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9CF5-5802-4047-ADD6-4A69F9B98C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7172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CDE57-1043-F016-96F2-C2C4C4DA5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F3A36-6E19-4C5E-E664-DEDD24345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361F6-858D-725E-3D5F-8CDAE6869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882D1-ABFB-D2E1-ED90-E2ECFB34F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B1566D-5E0E-1A0F-9392-0C9FB2691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10D270-565D-605C-9871-B55888B3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A0A36-3FD0-4211-935F-7D39A802380A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E5A08-68B6-91E8-5090-9030640F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B18198-2A0F-B304-2E46-1631AB184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9CF5-5802-4047-ADD6-4A69F9B98C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043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8AC2-88D2-E9C7-E1A8-E336F375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5A1DBE-9DF8-9FE6-619B-60F989A2E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A0A36-3FD0-4211-935F-7D39A802380A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B4394-02AA-7876-28BD-F88E2B6E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11162-23A9-1356-EDE9-01BD0B07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9CF5-5802-4047-ADD6-4A69F9B98C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0203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22EDD-71BA-755A-A0E6-500D27CC6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A0A36-3FD0-4211-935F-7D39A802380A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D34DF2-2F2C-A324-63EE-A185D020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BD83E-E143-BC34-9A69-6D2E1FA3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9CF5-5802-4047-ADD6-4A69F9B98C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266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B62E-2EFF-6B2C-B521-26D0A15DC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FE261-1B1F-CE26-AAB5-D6CEEE435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F01C9A-2189-17FD-E0EA-18B789F17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AE8EE-6A32-6D78-A1C4-5E055BA49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A0A36-3FD0-4211-935F-7D39A802380A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F94D3-9658-79EA-D178-F4D5D1393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F0ECA-A4D3-7982-16EF-867325B4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9CF5-5802-4047-ADD6-4A69F9B98C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331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A9B75-78F4-941F-72E7-EC2BF8734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23C7F7-B3E8-32B2-B345-2372AE289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352FF-8C74-1097-7D51-4F35AAA08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C4D3D-5DE4-0386-673D-422EE53F2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A0A36-3FD0-4211-935F-7D39A802380A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38613-C2A2-0E94-6F83-D81A21B13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2F7A4-E417-41F0-1B7F-0D82F9EE8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9CF5-5802-4047-ADD6-4A69F9B98C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319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FB455-8067-A3C2-6997-04B3B04A4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7A002-6672-DCC3-637C-6ECFF49C3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AC765-9122-D7EB-8236-DA0671E36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A0A36-3FD0-4211-935F-7D39A802380A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082B7-86F7-AA96-9691-577FB487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0E8FC-DC23-F3CF-8555-BD701171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9CF5-5802-4047-ADD6-4A69F9B98C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23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A0078-4DA5-E03C-F033-28CBE9437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04FA3-08A4-4CD6-0316-476A93F0C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13188-75FC-B0CE-1824-191D6D94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A0A36-3FD0-4211-935F-7D39A802380A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BB259-B03C-8EE3-468A-159E91D7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38582-4B89-B83F-9508-C4DF253A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9CF5-5802-4047-ADD6-4A69F9B98C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603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D4904-1478-002C-2984-AA0D7A072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336FE-09E8-B8A8-CE24-A54929934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814E4-D13F-0BB4-947C-6B65BBF8A2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6A0A36-3FD0-4211-935F-7D39A802380A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77694-105A-9684-1B0E-BAD31DA53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7C3EA-B0D1-9BE1-58AC-902934513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79CF5-5802-4047-ADD6-4A69F9B98CC8}" type="slidenum">
              <a:rPr lang="en-CA" smtClean="0"/>
              <a:t>‹#›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21E64-BB23-80B9-BDCD-446A2C62C0E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9966325" y="63500"/>
            <a:ext cx="2193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UNCLASSIFIED - NON CLASSIFIÉ</a:t>
            </a:r>
          </a:p>
        </p:txBody>
      </p:sp>
    </p:spTree>
    <p:extLst>
      <p:ext uri="{BB962C8B-B14F-4D97-AF65-F5344CB8AC3E}">
        <p14:creationId xmlns:p14="http://schemas.microsoft.com/office/powerpoint/2010/main" val="396722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4E8AFB-D357-37E2-90B4-54F09E832E24}"/>
              </a:ext>
            </a:extLst>
          </p:cNvPr>
          <p:cNvSpPr/>
          <p:nvPr/>
        </p:nvSpPr>
        <p:spPr>
          <a:xfrm>
            <a:off x="6464339" y="463029"/>
            <a:ext cx="5623034" cy="5659821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CA" dirty="0"/>
              <a:t>Executor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C6E29F-FE7F-AA5E-D29C-175ABB558DC6}"/>
              </a:ext>
            </a:extLst>
          </p:cNvPr>
          <p:cNvSpPr/>
          <p:nvPr/>
        </p:nvSpPr>
        <p:spPr>
          <a:xfrm>
            <a:off x="3097241" y="463029"/>
            <a:ext cx="2418752" cy="565982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CA" b="1" dirty="0">
                <a:latin typeface="+mj-lt"/>
              </a:rPr>
              <a:t>Decision Maker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DF406AF0-D288-C86C-A858-2997F0A55C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8255092"/>
              </p:ext>
            </p:extLst>
          </p:nvPr>
        </p:nvGraphicFramePr>
        <p:xfrm>
          <a:off x="6830022" y="1041099"/>
          <a:ext cx="4971171" cy="4971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5D7CB58-83B0-20B7-8001-F0390C6DBA04}"/>
              </a:ext>
            </a:extLst>
          </p:cNvPr>
          <p:cNvSpPr/>
          <p:nvPr/>
        </p:nvSpPr>
        <p:spPr>
          <a:xfrm>
            <a:off x="270347" y="1383400"/>
            <a:ext cx="1517470" cy="100364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+mj-lt"/>
              </a:rPr>
              <a:t>Start</a:t>
            </a:r>
          </a:p>
          <a:p>
            <a:pPr algn="ctr"/>
            <a:r>
              <a:rPr lang="en-CA" dirty="0">
                <a:latin typeface="+mj-lt"/>
              </a:rPr>
              <a:t>{Specify base EDF}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A188BC7-7A51-31A7-258C-E83F66D8981B}"/>
              </a:ext>
            </a:extLst>
          </p:cNvPr>
          <p:cNvSpPr/>
          <p:nvPr/>
        </p:nvSpPr>
        <p:spPr>
          <a:xfrm>
            <a:off x="3342182" y="3130031"/>
            <a:ext cx="1885850" cy="959068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CA" sz="1400" dirty="0"/>
              <a:t>Decide what changes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8EB97C9-6CC2-98D5-6CFE-13AB82A31024}"/>
              </a:ext>
            </a:extLst>
          </p:cNvPr>
          <p:cNvSpPr/>
          <p:nvPr/>
        </p:nvSpPr>
        <p:spPr>
          <a:xfrm>
            <a:off x="3331183" y="4822194"/>
            <a:ext cx="1885850" cy="798787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CA" sz="1400" dirty="0"/>
              <a:t>Read post-processing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7A97299-7FE0-DE82-1B91-BE64864DC206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787817" y="1885223"/>
            <a:ext cx="1554365" cy="1724342"/>
          </a:xfrm>
          <a:prstGeom prst="bentConnector3">
            <a:avLst>
              <a:gd name="adj1" fmla="val 50000"/>
            </a:avLst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622A5B7-706B-1C57-BD51-DC7775CAFA76}"/>
              </a:ext>
            </a:extLst>
          </p:cNvPr>
          <p:cNvCxnSpPr>
            <a:cxnSpLocks/>
            <a:endCxn id="17" idx="3"/>
          </p:cNvCxnSpPr>
          <p:nvPr/>
        </p:nvCxnSpPr>
        <p:spPr>
          <a:xfrm rot="10800000">
            <a:off x="5217033" y="5221589"/>
            <a:ext cx="1608384" cy="1"/>
          </a:xfrm>
          <a:prstGeom prst="bentConnector3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F2B1F91-07E1-64BA-26F5-D1BE0EA68FBA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V="1">
            <a:off x="4274108" y="4089099"/>
            <a:ext cx="10999" cy="73309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88DF765-A599-BA27-A23B-BCD3838207BD}"/>
              </a:ext>
            </a:extLst>
          </p:cNvPr>
          <p:cNvSpPr/>
          <p:nvPr/>
        </p:nvSpPr>
        <p:spPr>
          <a:xfrm>
            <a:off x="3353182" y="1324872"/>
            <a:ext cx="1885850" cy="62397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CA" sz="1400" dirty="0"/>
              <a:t>Change EDF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3CF5158-9B74-4E08-297A-D66F8E29B8DC}"/>
              </a:ext>
            </a:extLst>
          </p:cNvPr>
          <p:cNvCxnSpPr>
            <a:cxnSpLocks/>
            <a:stCxn id="16" idx="0"/>
            <a:endCxn id="41" idx="2"/>
          </p:cNvCxnSpPr>
          <p:nvPr/>
        </p:nvCxnSpPr>
        <p:spPr>
          <a:xfrm flipV="1">
            <a:off x="4285107" y="1948851"/>
            <a:ext cx="11000" cy="11811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E7A889B-77C2-D180-561C-0402F2C6006E}"/>
              </a:ext>
            </a:extLst>
          </p:cNvPr>
          <p:cNvSpPr txBox="1"/>
          <p:nvPr/>
        </p:nvSpPr>
        <p:spPr>
          <a:xfrm>
            <a:off x="3209055" y="2424356"/>
            <a:ext cx="119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Changes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10A3B32-4737-CF4A-52E5-4E83356EBE31}"/>
              </a:ext>
            </a:extLst>
          </p:cNvPr>
          <p:cNvSpPr/>
          <p:nvPr/>
        </p:nvSpPr>
        <p:spPr>
          <a:xfrm>
            <a:off x="227243" y="4819291"/>
            <a:ext cx="1517470" cy="851263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+mj-lt"/>
              </a:rPr>
              <a:t>Batch Post-Processing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C75BEEBE-8A6E-1C49-4378-2E67E88D98F0}"/>
              </a:ext>
            </a:extLst>
          </p:cNvPr>
          <p:cNvCxnSpPr>
            <a:cxnSpLocks/>
            <a:endCxn id="66" idx="3"/>
          </p:cNvCxnSpPr>
          <p:nvPr/>
        </p:nvCxnSpPr>
        <p:spPr>
          <a:xfrm rot="10800000" flipV="1">
            <a:off x="1744713" y="3877321"/>
            <a:ext cx="1368354" cy="1367601"/>
          </a:xfrm>
          <a:prstGeom prst="bentConnector3">
            <a:avLst>
              <a:gd name="adj1" fmla="val 50000"/>
            </a:avLst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198BB0C7-B01F-4587-2862-F2936F34C8BE}"/>
              </a:ext>
            </a:extLst>
          </p:cNvPr>
          <p:cNvSpPr txBox="1"/>
          <p:nvPr/>
        </p:nvSpPr>
        <p:spPr>
          <a:xfrm>
            <a:off x="1094487" y="3832548"/>
            <a:ext cx="159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 Changes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F2CBA4C-DDF0-FC9C-6D9D-C8EBEB0AB8C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5239032" y="1636862"/>
            <a:ext cx="159099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27AEE9C7-4E5F-6CC4-EF17-B046E69BE968}"/>
              </a:ext>
            </a:extLst>
          </p:cNvPr>
          <p:cNvSpPr/>
          <p:nvPr/>
        </p:nvSpPr>
        <p:spPr>
          <a:xfrm>
            <a:off x="5614917" y="1178711"/>
            <a:ext cx="672951" cy="451942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EDF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019B16D-6B30-9EDC-18C7-EED9238FC542}"/>
              </a:ext>
            </a:extLst>
          </p:cNvPr>
          <p:cNvSpPr/>
          <p:nvPr/>
        </p:nvSpPr>
        <p:spPr>
          <a:xfrm>
            <a:off x="6931840" y="2198385"/>
            <a:ext cx="672951" cy="451942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EDF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7C6AB8C1-9A1D-08BC-7245-CCA68B6F849E}"/>
              </a:ext>
            </a:extLst>
          </p:cNvPr>
          <p:cNvSpPr/>
          <p:nvPr/>
        </p:nvSpPr>
        <p:spPr>
          <a:xfrm>
            <a:off x="6931840" y="3405930"/>
            <a:ext cx="672951" cy="451942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EDF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C2C3D30A-5EC6-ACFB-CBBB-503544A8CAEA}"/>
              </a:ext>
            </a:extLst>
          </p:cNvPr>
          <p:cNvSpPr/>
          <p:nvPr/>
        </p:nvSpPr>
        <p:spPr>
          <a:xfrm>
            <a:off x="6931840" y="4627256"/>
            <a:ext cx="672951" cy="451942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EDF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CD8D78BB-A5D1-49DE-1E7A-53A5F5F52C8A}"/>
              </a:ext>
            </a:extLst>
          </p:cNvPr>
          <p:cNvSpPr/>
          <p:nvPr/>
        </p:nvSpPr>
        <p:spPr>
          <a:xfrm>
            <a:off x="5635292" y="4723401"/>
            <a:ext cx="672951" cy="451942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EDF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203DB347-2EB9-3A7B-D375-860EEDB62E2F}"/>
              </a:ext>
            </a:extLst>
          </p:cNvPr>
          <p:cNvSpPr/>
          <p:nvPr/>
        </p:nvSpPr>
        <p:spPr>
          <a:xfrm>
            <a:off x="1958926" y="4497430"/>
            <a:ext cx="672951" cy="451942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EDF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8B20C21D-B3E6-BF14-0408-739109595E0E}"/>
              </a:ext>
            </a:extLst>
          </p:cNvPr>
          <p:cNvSpPr/>
          <p:nvPr/>
        </p:nvSpPr>
        <p:spPr>
          <a:xfrm>
            <a:off x="2046792" y="2147855"/>
            <a:ext cx="672951" cy="451942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EDF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C7F445ED-85E9-005C-98ED-21C037F707B2}"/>
              </a:ext>
            </a:extLst>
          </p:cNvPr>
          <p:cNvSpPr/>
          <p:nvPr/>
        </p:nvSpPr>
        <p:spPr>
          <a:xfrm>
            <a:off x="4262381" y="4239356"/>
            <a:ext cx="672951" cy="451942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EDF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25D72024-884B-39BE-10EE-26EA60ED312F}"/>
              </a:ext>
            </a:extLst>
          </p:cNvPr>
          <p:cNvSpPr/>
          <p:nvPr/>
        </p:nvSpPr>
        <p:spPr>
          <a:xfrm>
            <a:off x="4230175" y="2325337"/>
            <a:ext cx="672951" cy="451942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EDF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D764A7ED-2CC0-9EDC-70DE-6003651EB9D9}"/>
              </a:ext>
            </a:extLst>
          </p:cNvPr>
          <p:cNvSpPr/>
          <p:nvPr/>
        </p:nvSpPr>
        <p:spPr>
          <a:xfrm>
            <a:off x="0" y="11087"/>
            <a:ext cx="672951" cy="451942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EDF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BEBDF42-4F8D-1FC6-1731-4F50F832FE24}"/>
              </a:ext>
            </a:extLst>
          </p:cNvPr>
          <p:cNvSpPr txBox="1"/>
          <p:nvPr/>
        </p:nvSpPr>
        <p:spPr>
          <a:xfrm>
            <a:off x="555459" y="63061"/>
            <a:ext cx="3457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 = “Experiment Data File”</a:t>
            </a:r>
          </a:p>
        </p:txBody>
      </p:sp>
    </p:spTree>
    <p:extLst>
      <p:ext uri="{BB962C8B-B14F-4D97-AF65-F5344CB8AC3E}">
        <p14:creationId xmlns:p14="http://schemas.microsoft.com/office/powerpoint/2010/main" val="3829633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19619fd-75dc-48cb-820d-8f683a95dd8b}" enabled="1" method="Privileged" siteId="{05c95b33-90ca-49d5-b644-288b930b912b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NRCan - RNCan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Vorster, Ryan</dc:creator>
  <cp:lastModifiedBy>Vorster, Ryan</cp:lastModifiedBy>
  <cp:revision>1</cp:revision>
  <dcterms:created xsi:type="dcterms:W3CDTF">2026-06-23T15:30:12Z</dcterms:created>
  <dcterms:modified xsi:type="dcterms:W3CDTF">2026-06-23T15:37:42Z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UNCLASSIFIED - NON CLASSIFIÉ</vt:lpwstr>
  </property>
</Properties>
</file>